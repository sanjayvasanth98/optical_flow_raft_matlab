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E5134-3509-8531-2020-51FA646ED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1ABC2-93E7-17EB-104E-9E3716520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955D3-2B47-E682-0DA4-3BB37DFA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68D9-27FF-42B2-8534-B8F27DDE6B0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BB1B1-508B-EFAC-1403-035792DED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4AFC6-997B-2058-A4F8-3C0832E4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6AA8-8D2A-4AE6-859D-BE2F02096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3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869CF-CB7C-C5CF-1B8D-3DA1A6F02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77051-CCAD-00E0-1D6D-0C43105D1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5AD7-FAB0-85A9-889F-4FF62027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68D9-27FF-42B2-8534-B8F27DDE6B0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9A62-22A0-0C66-9B60-9F375D05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8E0D-3463-5D74-DD8B-95C306FE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6AA8-8D2A-4AE6-859D-BE2F02096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2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1D4C-454E-4BEB-9D7D-236DBB332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5520B-0C38-C67B-91EA-61EAE517E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FAB2B-37F8-9977-59AB-1D60B926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68D9-27FF-42B2-8534-B8F27DDE6B0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7B836-C42B-B072-38BE-177022EBC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F3E25-ACF9-EDC3-98B8-5716A10E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6AA8-8D2A-4AE6-859D-BE2F02096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3A03-1C2C-C140-FE42-518DE06C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C6777-65F5-1431-053E-69CE79369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B5AC9-8DAF-D3BC-478E-2EB916AC0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6C58D-F547-62C9-C3C1-EE573DC9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68D9-27FF-42B2-8534-B8F27DDE6B0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E156A-E09B-6C8C-C779-942BE74E6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DE825-36CC-F8B0-69DA-2209588C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6AA8-8D2A-4AE6-859D-BE2F02096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32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66F79-E114-53F4-AAF4-81C0A4014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F1D12-E596-84E2-5E72-6C266406A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6B4CF-675F-5559-DC74-5EA894711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031B5-0227-51CD-C4E1-E08635E41E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DBD7D3-E1FD-0EDC-688C-A0F1B670C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D0A02F-A9D3-B9F7-2A00-3524D5E6C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68D9-27FF-42B2-8534-B8F27DDE6B0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9488EA-042F-25E1-C7EF-6B77A8B62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358C0-0E09-8866-4852-F604B551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6AA8-8D2A-4AE6-859D-BE2F02096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3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F47BC-123D-5C86-8692-D9ABAE34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28364-B4A4-04B0-D6C8-E3A78EED1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68D9-27FF-42B2-8534-B8F27DDE6B0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973F0-DE26-67F5-11F8-FC14F9A3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EC8CE-4FE7-094F-7FF0-7AB432267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6AA8-8D2A-4AE6-859D-BE2F02096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93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9D4E03-8189-B1FD-8459-938ED84E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68D9-27FF-42B2-8534-B8F27DDE6B0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D091D2-FCF6-0C1D-5592-67AC14D4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EE344-1F14-4805-A019-5BD4277B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6AA8-8D2A-4AE6-859D-BE2F02096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2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AF971-E1D9-A3F6-902F-BD53E4324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4AC18-5F5A-74D1-0E60-260095C6D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0AC0AB-0546-4109-1B79-0C86B3AC4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E6C10-22FF-612D-DBF5-A6B289C8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68D9-27FF-42B2-8534-B8F27DDE6B0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2C6C9-62FA-51DA-21BD-DBFF79DB9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7766A-00A2-3F54-7F07-3F989A2F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6AA8-8D2A-4AE6-859D-BE2F02096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4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CBED-9641-586D-65BC-855C6D82E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B44DA7-0F12-1355-5229-AC34168BE2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963B2-736E-6ABD-D90D-FCB081B90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ED29C-1EC9-8E57-EC30-8B07B4399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68D9-27FF-42B2-8534-B8F27DDE6B0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B5F15-9852-9A47-3FCA-8A13B6DC4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90E88-7D04-F02C-1533-C70482F0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6AA8-8D2A-4AE6-859D-BE2F02096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6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A121-EEE5-9584-68C4-87A48877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32914-7F7C-A652-A210-67AA3EBF4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CC154-B66D-9B63-9FF3-09C6303B7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68D9-27FF-42B2-8534-B8F27DDE6B0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BD9EC-81CA-C3A3-8E5A-71C4B9B0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CB3E3-113F-342F-40A6-C217512DE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6AA8-8D2A-4AE6-859D-BE2F02096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5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C8833F-E4A3-2FFE-62B9-FD11C00E01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8D7A5-B544-3C77-23B5-C3CA65602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7D043-9BAC-89FA-8AA8-B9FBE2BC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68D9-27FF-42B2-8534-B8F27DDE6B0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A23CB-0206-1A6C-AC4E-3D40BFFB5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35282-D0F5-288D-6F88-5AC7BB07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6AA8-8D2A-4AE6-859D-BE2F02096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1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C2079-DB90-2AD1-9CA0-14F8445D5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F19E4-45D8-4052-3916-51975E226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B55EC-A11D-BACA-0007-E32E73363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968D9-27FF-42B2-8534-B8F27DDE6B0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0BE3F-18E6-EE32-91E4-A5B5BDC78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02994-AE0B-5E50-44D9-B5CA07769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E6AA8-8D2A-4AE6-859D-BE2F02096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2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B59186-3592-E55D-A4C5-3E88938CE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756" y="1530128"/>
            <a:ext cx="8137331" cy="24248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CE17C2-9673-F513-D856-3D5F64D7B2BC}"/>
              </a:ext>
            </a:extLst>
          </p:cNvPr>
          <p:cNvSpPr txBox="1"/>
          <p:nvPr/>
        </p:nvSpPr>
        <p:spPr>
          <a:xfrm>
            <a:off x="642947" y="927288"/>
            <a:ext cx="165141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Read me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8806B-56C2-3D1E-4B01-7581A83ED0EF}"/>
              </a:ext>
            </a:extLst>
          </p:cNvPr>
          <p:cNvSpPr txBox="1"/>
          <p:nvPr/>
        </p:nvSpPr>
        <p:spPr>
          <a:xfrm>
            <a:off x="157317" y="2280902"/>
            <a:ext cx="2084439" cy="92333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Code to get Region of interest and throat location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95DA3-AB75-BCB5-1322-0120EC9A7AEA}"/>
              </a:ext>
            </a:extLst>
          </p:cNvPr>
          <p:cNvSpPr txBox="1"/>
          <p:nvPr/>
        </p:nvSpPr>
        <p:spPr>
          <a:xfrm>
            <a:off x="1016499" y="4197993"/>
            <a:ext cx="2690262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5. Data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FB872E-DAD4-222C-03F8-EB59D79A5B87}"/>
              </a:ext>
            </a:extLst>
          </p:cNvPr>
          <p:cNvSpPr txBox="1"/>
          <p:nvPr/>
        </p:nvSpPr>
        <p:spPr>
          <a:xfrm>
            <a:off x="9543327" y="593701"/>
            <a:ext cx="2084439" cy="92333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3.ARC MATLAB Code to extract 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71F98F-0AAA-603C-E971-966327345FE6}"/>
              </a:ext>
            </a:extLst>
          </p:cNvPr>
          <p:cNvSpPr txBox="1"/>
          <p:nvPr/>
        </p:nvSpPr>
        <p:spPr>
          <a:xfrm>
            <a:off x="9543327" y="4330393"/>
            <a:ext cx="2084439" cy="64633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5.Data Visualization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06C35F-4192-9DC0-0BBF-6F5BB197427A}"/>
              </a:ext>
            </a:extLst>
          </p:cNvPr>
          <p:cNvSpPr txBox="1"/>
          <p:nvPr/>
        </p:nvSpPr>
        <p:spPr>
          <a:xfrm>
            <a:off x="10280745" y="2557901"/>
            <a:ext cx="1753938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3.ARC Script</a:t>
            </a:r>
          </a:p>
        </p:txBody>
      </p:sp>
    </p:spTree>
    <p:extLst>
      <p:ext uri="{BB962C8B-B14F-4D97-AF65-F5344CB8AC3E}">
        <p14:creationId xmlns:p14="http://schemas.microsoft.com/office/powerpoint/2010/main" val="152967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01AD3F-E5C1-33AE-58C2-BFB5C35185D7}"/>
              </a:ext>
            </a:extLst>
          </p:cNvPr>
          <p:cNvSpPr txBox="1"/>
          <p:nvPr/>
        </p:nvSpPr>
        <p:spPr>
          <a:xfrm>
            <a:off x="1720645" y="1386348"/>
            <a:ext cx="196502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Throat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Matlab</a:t>
            </a:r>
            <a:r>
              <a:rPr lang="en-US" dirty="0"/>
              <a:t>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Script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832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E09DCA-A511-8B1E-9283-B30C76355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83" y="570634"/>
            <a:ext cx="10433633" cy="571673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00DC6C-8694-1611-8BFC-549A00A3B118}"/>
              </a:ext>
            </a:extLst>
          </p:cNvPr>
          <p:cNvSpPr/>
          <p:nvPr/>
        </p:nvSpPr>
        <p:spPr>
          <a:xfrm>
            <a:off x="1093642" y="4463845"/>
            <a:ext cx="10219174" cy="216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93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FE01FB-5381-5069-363B-5FB932929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" y="1347281"/>
            <a:ext cx="12131899" cy="41634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F4977F-BDA7-F796-7FCB-454F4E5E7ABC}"/>
              </a:ext>
            </a:extLst>
          </p:cNvPr>
          <p:cNvSpPr/>
          <p:nvPr/>
        </p:nvSpPr>
        <p:spPr>
          <a:xfrm>
            <a:off x="599656" y="2330244"/>
            <a:ext cx="7440758" cy="10987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20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98E97C-CCA6-CF54-0FD3-44D826697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1" y="3679012"/>
            <a:ext cx="12131899" cy="290532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49E1AD-B18D-B8E0-DD31-70D113E9D006}"/>
              </a:ext>
            </a:extLst>
          </p:cNvPr>
          <p:cNvSpPr/>
          <p:nvPr/>
        </p:nvSpPr>
        <p:spPr>
          <a:xfrm>
            <a:off x="408989" y="6243145"/>
            <a:ext cx="11676428" cy="3411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0CEBE0-ADFB-F876-DAEB-70BC64CB3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802" y="-12371"/>
            <a:ext cx="4636395" cy="34413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BA4DCF-6380-D030-6300-DFFC53E2D7FA}"/>
              </a:ext>
            </a:extLst>
          </p:cNvPr>
          <p:cNvSpPr/>
          <p:nvPr/>
        </p:nvSpPr>
        <p:spPr>
          <a:xfrm>
            <a:off x="3640072" y="1367119"/>
            <a:ext cx="4953321" cy="15137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5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43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Kethanur Balasubramaniam, Sanjay Vasanth</dc:creator>
  <cp:lastModifiedBy>Kethanur Balasubramaniam, Sanjay Vasanth</cp:lastModifiedBy>
  <cp:revision>1</cp:revision>
  <dcterms:created xsi:type="dcterms:W3CDTF">2026-01-23T14:22:05Z</dcterms:created>
  <dcterms:modified xsi:type="dcterms:W3CDTF">2026-01-23T14:54:24Z</dcterms:modified>
</cp:coreProperties>
</file>